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Engine with PDF Certification Generation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B.Rajesh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kumar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VTU26008 – 23UECS0081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479527" y="7786823"/>
            <a:ext cx="6914603" cy="14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</a:t>
            </a:r>
            <a:r>
              <a:rPr lang="en-IN" sz="3200" dirty="0"/>
              <a:t>Rahman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</a:t>
            </a: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profisser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504920" y="1741462"/>
            <a:ext cx="1498395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education environment, efficient quiz evaluation systems are essential.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quiz methods are manual, time-consuming, and prone to errors.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large numbers of students and evaluating answers manually is difficult.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automate the quiz conduction and evaluation process.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as it reduces human effort and improves accuracy.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useful in schools, colleges, and online learning platforms.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real-time result generation and performance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quiz engine that handles users, questions, and results dynamically.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7B7C4-11BC-B597-A02A-8749F4CFF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4863" y="1781796"/>
            <a:ext cx="15935642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quiz systems are often manual and require significant human effort.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Evaluating answers for a large number of students is time-consuming.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processes can lead to errors and inaccurate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efficient way to store and manage quiz data centrally.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student performance becomes difficult without automation.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lack real-time result generation.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efficiency and delays feedback to students.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Hence, there is a need for a reliable, automated quiz system to improve accuracy and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EB6F34-7518-E098-176D-1A142FAC2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040" y="1787491"/>
            <a:ext cx="154448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web-based quiz engine for conducting and managing online quizzes.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automatic evaluation and result generation to improve accuracy and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41D788-A2EB-6B05-DB02-8B2743B34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0" y="2282621"/>
            <a:ext cx="15597443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quiz application that automates quiz conduction and evaluation.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 and login securely before attempting quizzes.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Questions are stored and fetched dynamically from the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answers through a simple and interactive interface.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evaluates answers and calculates scores instantly.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are stored and can be accessed for future reference.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 and eliminates evaluation errors.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Compared to traditional systems, it is faster, more accurate, and scalable.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C5D4BA-7C18-3A06-4319-CB44D0D3C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1668986"/>
            <a:ext cx="11658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899D32-4D2F-362E-5BCE-1014FD180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100" y="1560018"/>
            <a:ext cx="12145799" cy="8097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76975" y="1669047"/>
            <a:ext cx="15082325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React.js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Tailwind CSS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HTML5, CSS3, JavaScript (ES6) </a:t>
            </a:r>
          </a:p>
          <a:p>
            <a:r>
              <a:rPr lang="en-IN" sz="2800" b="1" dirty="0"/>
              <a:t>Backend: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Node.js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Express.js </a:t>
            </a:r>
          </a:p>
          <a:p>
            <a:r>
              <a:rPr lang="en-IN" sz="2800" b="1" dirty="0"/>
              <a:t>Database: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MySQL </a:t>
            </a:r>
          </a:p>
          <a:p>
            <a:r>
              <a:rPr lang="en-IN" sz="2800" b="1" dirty="0"/>
              <a:t>Tools: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Visual Studio Code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Git &amp; GitHub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XAMPP, </a:t>
            </a:r>
            <a:r>
              <a:rPr lang="en-IN" sz="2800"/>
              <a:t>PHP admin</a:t>
            </a:r>
            <a:endParaRPr lang="en-IN" sz="2800" dirty="0"/>
          </a:p>
          <a:p>
            <a:r>
              <a:rPr lang="en-IN" sz="2800" b="1" dirty="0"/>
              <a:t>Hardware/Software Requirements: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System with minimum 4GB RAM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Node.js installed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Web browser (Chrome/Edge)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Operating System (Windows/Linux/Mac)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1870048" y="1722844"/>
            <a:ext cx="1568236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Management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 and login with basic authentication, ensuring secure access to the quiz system.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Quiz Management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quiz questions, displays multiple-choice questions, and allows users to select answers.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Evaluation System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responses, checks correct answers, and calculates the score automatically.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integrity.</a:t>
            </a:r>
          </a:p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Result Management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quiz results in the database and displays the final score with performance details.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889071" y="-145462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70B7B-8C10-4AD3-EBCA-D2F12D243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4360" y="1501377"/>
            <a:ext cx="11204465" cy="594963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7EC1E7E-04F2-9241-3F87-5219C756268A}"/>
              </a:ext>
            </a:extLst>
          </p:cNvPr>
          <p:cNvSpPr txBox="1"/>
          <p:nvPr/>
        </p:nvSpPr>
        <p:spPr>
          <a:xfrm>
            <a:off x="2431530" y="8304651"/>
            <a:ext cx="14859000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web-based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Examination Portal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options for registration and student login.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a simple 3-step process: register, appear for the exam, and receive a certificate after passing.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981200" y="7760846"/>
            <a:ext cx="15966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Login page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Online Examination Portal with fields for email and password.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secure access point for students to log in and take exams, along with a registration option for new users.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F8C80-0931-9A5D-DBF9-27D8FE1E3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1561255"/>
            <a:ext cx="10629377" cy="558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057400" y="8208798"/>
            <a:ext cx="16895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Online Examination Portal with multiple exam categories available.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select and start exams like Computer Networks, DBMS, Python, and Web Development.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CA59D-D378-CD7D-F87D-32EFAE5DA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464117"/>
            <a:ext cx="11745204" cy="626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18198" y="6828822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images show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result page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displaying a score of 90% with a pass confirmation and options to download the certificate.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include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of achievement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generated for the student, highlighting successful completion of the online examination.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6BDB5E7-2E4F-D9F6-A9D6-071413EB0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686" y="1732877"/>
            <a:ext cx="14810192" cy="474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699ED-6AF0-A4E8-4394-85A59CBA2D95}"/>
              </a:ext>
            </a:extLst>
          </p:cNvPr>
          <p:cNvSpPr txBox="1"/>
          <p:nvPr/>
        </p:nvSpPr>
        <p:spPr>
          <a:xfrm>
            <a:off x="1967583" y="1652279"/>
            <a:ext cx="1404578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quiz conduction and evaluation process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accurate result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human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and easy to use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manages data efficiently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multiple users </a:t>
            </a: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to access the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features (can be improved)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UI design compared to advanced platforms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SQLite (not suitable for very large-scale systems) 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930</Words>
  <Application>Microsoft Office PowerPoint</Application>
  <PresentationFormat>Custom</PresentationFormat>
  <Paragraphs>233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Cambria</vt:lpstr>
      <vt:lpstr>Arial</vt:lpstr>
      <vt:lpstr>Gotham</vt:lpstr>
      <vt:lpstr>Gotham Bold Italics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Vallabha Reddy Sivasai Pavan</dc:creator>
  <cp:lastModifiedBy>K Varma</cp:lastModifiedBy>
  <cp:revision>16</cp:revision>
  <dcterms:created xsi:type="dcterms:W3CDTF">2006-08-16T00:00:00Z</dcterms:created>
  <dcterms:modified xsi:type="dcterms:W3CDTF">2026-05-06T03:01:32Z</dcterms:modified>
  <dc:identifier>DAHCaYqJ9OU</dc:identifier>
</cp:coreProperties>
</file>